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Positioning: this is a deterministic migration accelerator. The conversion is pure Python — no LLM writes application code — so the same workbook produces the same app every run. Snowflake Cortex is layered on top as an opt-in, gated assist.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column is what makes this different from a generic migration tool: determinism (repeatable output), the workbook as the spec (nothing invented), and validation that ships as evidence rather than an assertion.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map 1:1 to what the app shows live. Stage 3 actually executes the CREATE SEMANTIC VIEW inside Snowflake; Stage 5 is the trust proof and emits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the boundary out loud is deliberate — it builds credibility and pre-empts the 'why not just host Streamlit yourself' objection instead of dodging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credibility point: World Indicators and the 2024.3 samples were never seen during development, so they measure generalisation, not tuning. Fidelity and calc coverage are reported separately on purpose — never blended into one flattering headline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demo from the Snowsight-hosted app, not locally — every stage is then a process executing on Snowflake's own compute. If challenged, open Snowsight → Activity → Query History side by side and show the statements executing with real timestamps.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89720" y="-1051560"/>
            <a:ext cx="4206240" cy="4206240"/>
          </a:xfrm>
          <a:prstGeom prst="ellipse">
            <a:avLst/>
          </a:prstGeom>
          <a:solidFill>
            <a:srgbClr val="053057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12680" y="-228600"/>
            <a:ext cx="2560320" cy="2560320"/>
          </a:xfrm>
          <a:prstGeom prst="ellipse">
            <a:avLst/>
          </a:prstGeom>
          <a:solidFill>
            <a:srgbClr val="053057"/>
          </a:solidFill>
          <a:ln w="9525">
            <a:solidFill>
              <a:srgbClr val="A2F3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to Streamlit-in-Snowflake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387705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migration that runs inside Snowflake — and proves its own numbers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" y="4709160"/>
            <a:ext cx="2011680" cy="0"/>
          </a:xfrm>
          <a:prstGeom prst="line">
            <a:avLst/>
          </a:prstGeom>
          <a:noFill/>
          <a:ln w="28575">
            <a:solidFill>
              <a:srgbClr val="00ED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956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 Jul 2026   ·   Sharath Kumar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the Accelerator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migration is slow, risky, and inconsistent — the Accelerator fixes that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28232" y="14813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ACCELERATOR SOLUTION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2120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057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Hundreds of dashboards, complex calculations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587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visual and every formula rebuilt by hand.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28232" y="1874520"/>
            <a:ext cx="5212080" cy="1389888"/>
          </a:xfrm>
          <a:prstGeom prst="roundRect">
            <a:avLst>
              <a:gd name="adj" fmla="val 5263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56832" y="2093976"/>
            <a:ext cx="274320" cy="27432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0482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 automated conversion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2496312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Parser → intermediate model → render engine. No AI writes app code: same workbook, same app, every run.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52120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6027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documentation, heavy SME dependency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41330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Tribal knowledge slows every handoff.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28232" y="3419856"/>
            <a:ext cx="5212080" cy="1389888"/>
          </a:xfrm>
          <a:prstGeom prst="roundRect">
            <a:avLst>
              <a:gd name="adj" fmla="val 5263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56832" y="3639312"/>
            <a:ext cx="274320" cy="27432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35935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workbook is the specification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4041648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calc, filter, and layout is read straight from the Tableau XML — and whatever can't convert is reported, never guessed.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965192"/>
            <a:ext cx="52120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51480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validation is slow and risky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6384" y="56784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Errors surface late; timelines slip.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28232" y="4965192"/>
            <a:ext cx="5212080" cy="1389888"/>
          </a:xfrm>
          <a:prstGeom prst="roundRect">
            <a:avLst>
              <a:gd name="adj" fmla="val 5263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5184648"/>
            <a:ext cx="274320" cy="274320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51389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Numeric proof, not a claim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40880" y="5586984"/>
            <a:ext cx="4416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Built-in parity validation compares two independent paths and emits a downloadable notebook as evidence.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automated five-stage pipeline — every stage visible as it runs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Datasources found, data extracted, tables created and loaded in Snowflake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16352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17520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Workbook XML → an intermediate model: charts, calcs, filters, layout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84064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85232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Model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85232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Verified Tableau calcs → a native Snowflake semantic 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51776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7552944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52944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Creation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52944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model is rendered as a Streamlit app, natively in Snowflake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19488" y="1517904"/>
            <a:ext cx="2103120" cy="1975104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1719072"/>
            <a:ext cx="512064" cy="512064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179679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20656" y="234086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20656" y="2670048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 parity proof + a downloadable validation notebook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85876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You Need to Get Started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548640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9808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account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9808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Streamlit-in-Snowflake enabled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816352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017520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+ schema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017520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database and schema to land tables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84064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85232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privileges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85232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STREAMLIT, table create/read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51776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52944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552944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Tableau workbooks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552944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.twb / .twbx files to migrate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19488" y="4315968"/>
            <a:ext cx="2103120" cy="1225296"/>
          </a:xfrm>
          <a:prstGeom prst="roundRect">
            <a:avLst>
              <a:gd name="adj" fmla="val 5970"/>
            </a:avLst>
          </a:prstGeom>
          <a:solidFill>
            <a:srgbClr val="053057"/>
          </a:solidFill>
          <a:ln w="12700">
            <a:solidFill>
              <a:srgbClr val="0530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20656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820656" y="4754880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Python machine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820656" y="50292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decode .hyper extracts (see note)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56692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Note: a Tableau .hyper extract can only be decoded where Tableau's Hyper engine runs, so extract-backed workbooks are decoded once outside Snowflake; live and flat-file sources need no such step.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Streamlit-in-Snowflake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just Streamlit — an app that lives inside the governed platform, next to the data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651760" cy="2487168"/>
          </a:xfrm>
          <a:prstGeom prst="roundRect">
            <a:avLst>
              <a:gd name="adj" fmla="val 294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699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408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data egress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2194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runs next to the data. A Streamlit app hosted outside pulls data out on every query — copy, cost, staleness, a boundary crossed each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572768"/>
            <a:ext cx="2651760" cy="2487168"/>
          </a:xfrm>
          <a:prstGeom prst="roundRect">
            <a:avLst>
              <a:gd name="adj" fmla="val 294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810512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8699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3408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Governance inherited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706624"/>
            <a:ext cx="2194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app runs as a Snowflake role, so RBAC, row-access policies, masking and audit all apply automatically — instead of being rebuilt.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572768"/>
            <a:ext cx="2651760" cy="2487168"/>
          </a:xfrm>
          <a:prstGeom prst="roundRect">
            <a:avLst>
              <a:gd name="adj" fmla="val 294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1810512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699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3408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infrastructure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706624"/>
            <a:ext cx="2194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 inside Snowflake. No VM, no container, nothing to patch, scale, or pay for separately.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1572768"/>
            <a:ext cx="2651760" cy="2487168"/>
          </a:xfrm>
          <a:prstGeom prst="roundRect">
            <a:avLst>
              <a:gd name="adj" fmla="val 2941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1810512"/>
            <a:ext cx="402336" cy="402336"/>
          </a:xfrm>
          <a:prstGeom prst="ellipse">
            <a:avLst/>
          </a:prstGeom>
          <a:solidFill>
            <a:srgbClr val="00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8699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18320" y="23408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Cortex is native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0" y="2706624"/>
            <a:ext cx="21945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is a local function beside governed data. Run outside and using Cortex means calling back in — re-crossing the boundary you removed.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1091672" cy="1024128"/>
          </a:xfrm>
          <a:prstGeom prst="roundRect">
            <a:avLst>
              <a:gd name="adj" fmla="val 7143"/>
            </a:avLst>
          </a:prstGeom>
          <a:solidFill>
            <a:srgbClr val="0A3E6B"/>
          </a:solidFill>
          <a:ln w="15875">
            <a:solidFill>
              <a:srgbClr val="00ED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honest boundary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7914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6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 data were not already in Snowflake and there were no governance or AI requirement, plain Streamlit would be the simpler right choice. The case here rests on data-in-Snowflake, governance, and Cortex — which is exactly this project's premise.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Results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across a 10-workbook corpus — including workbooks the tool had never seen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72491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5910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8096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fidelity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2404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9 in-scope workbooks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02152" y="1481328"/>
            <a:ext cx="272491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15910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97%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21608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calculation coverage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21608" y="2404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142 of 146 calcs translated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55664" y="1481328"/>
            <a:ext cx="272491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910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75120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regression gates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75120" y="2404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green, run before every change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409176" y="1481328"/>
            <a:ext cx="2724912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FE3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15910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05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628632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45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silent failures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28632" y="2404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anything unconvertible is reported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1170432"/>
                <a:gridCol w="64008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Workbook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0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Fidelity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0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Notes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305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Regional Analysis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Client workbook, Snowflake-native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Fil Test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Client-authored filter/parameter test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Superstore Top-N / Measure Swap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Parameter-driven measure swap, numerically exact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World Indicators (2024.3)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Official Tableau sample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World Indicators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99%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Tableau Public — never seen during development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E-Commerce Sales Dashboard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97%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Frontier workbook: 50 sheets, advanced table calcs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Superstore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Development reference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Superstore (2024.3)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96%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Official Tableau sample: forecast, blend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Global Sales Dashboard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3057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95%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C88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Client workbook, 4 datasources</a:t>
                      </a:r>
                      <a:endParaRPr lang="en-US" sz="10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82296" marR="82296" marT="0" marB="0" anchor="ctr">
                    <a:lnL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48640" y="5943600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Fidelity = per-sheet completeness (100% minus weighted conversion findings). One further workbook (EMEA DTC) is a published-datasource live connection that ships no data — reported honestly as out of scope rather than silently substituted.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3566160"/>
            <a:ext cx="4023360" cy="4023360"/>
          </a:xfrm>
          <a:prstGeom prst="ellipse">
            <a:avLst/>
          </a:prstGeom>
          <a:solidFill>
            <a:srgbClr val="053057"/>
          </a:solidFill>
          <a:ln w="15875">
            <a:solidFill>
              <a:srgbClr val="1751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See the Accelerator in 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7249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2F3F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Upload a Tableau workbook and watch all five stages run live inside Snowflake — ending in a measure-by-measure parity check you can download as proof.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767328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673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24328" y="376732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16936" y="3767328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37673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4024" y="376732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6632" y="3767328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37673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Semantic 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376732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96328" y="3767328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96328" y="37673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Creation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43416" y="376732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D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36024" y="3767328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0A3E6B"/>
          </a:solidFill>
          <a:ln w="12700">
            <a:solidFill>
              <a:srgbClr val="1751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36024" y="376732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" y="4864608"/>
            <a:ext cx="2011680" cy="0"/>
          </a:xfrm>
          <a:prstGeom prst="line">
            <a:avLst/>
          </a:prstGeom>
          <a:noFill/>
          <a:ln w="28575">
            <a:solidFill>
              <a:srgbClr val="00E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0749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live in Snowsight — nothing on a laptop but the browser tab.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to Streamlit-in-Snowflake Accelerator</dc:title>
  <dc:subject>PptxGenJS Presentation</dc:subject>
  <dc:creator>Sharath Kumar</dc:creator>
  <cp:lastModifiedBy>Sharath Kumar</cp:lastModifiedBy>
  <cp:revision>1</cp:revision>
  <dcterms:created xsi:type="dcterms:W3CDTF">2026-07-22T14:29:34Z</dcterms:created>
  <dcterms:modified xsi:type="dcterms:W3CDTF">2026-07-22T14:29:34Z</dcterms:modified>
</cp:coreProperties>
</file>