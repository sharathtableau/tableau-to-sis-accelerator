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for this audience: this is not a generic BI-migration pitch. The point is that a Tableau estate is analytics workload running outside Snowflake, and the only reason it stays there is migration cost. Remove that cost and the workload — plus its governance and its AI surface — moves onto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argument, and it is a consumption argument, not a BI-features argument. Left column = where the workload, the governance and the AI surface sit today. Right column = where they sit after migration. The closing line is the one that matters to a field team: the blocker is economic, and this removes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map 1:1 to what the app shows live. Stage 1 creates and loads the tables, Stage 3 actually executes CREATE SEMANTIC VIEW inside the account, and Stage 5 emits the parity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credibility slide for a Snowflake audience. It shows Cortex used with judgement — execution-gated and human-reviewed — rather than as a marketing veneer. The rejected-alternative box pre-empts the obvious 'why not just let the LLM build it' question, and the honest example behind gate 2 is a blend calc that came back execute-clean but with a wrong join key: verified-executable is not verified-correct.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as the consumption slide: what Snowflake surface the migration actually lights up. State the honest boundary out loud — it pre-empts the 'why not host Streamlit yourself' objection and makes the rest of the argument more credible, not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from the Snowsight-hosted app, never from a laptop — that way every stage is physically executing on Snowflake compute and nothing but the browser tab is local. If anyone presses on whether it is real, open Snowsight → Activity → Query History alongside and show the CREATE SEMANTIC VIEW, the chart SELECTs and any Cortex call with live timestamps and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-1051560"/>
            <a:ext cx="4206240" cy="4206240"/>
          </a:xfrm>
          <a:prstGeom prst="ellipse">
            <a:avLst/>
          </a:prstGeom>
          <a:solidFill>
            <a:srgbClr val="053057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228600"/>
            <a:ext cx="2560320" cy="2560320"/>
          </a:xfrm>
          <a:prstGeom prst="ellipse">
            <a:avLst/>
          </a:prstGeom>
          <a:solidFill>
            <a:srgbClr val="053057"/>
          </a:solidFill>
          <a:ln w="9525">
            <a:solidFill>
              <a:srgbClr val="A2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to Streamlit-in-Snowflake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8770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Turning existing Tableau estates into Snowflake-native workload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" y="4709160"/>
            <a:ext cx="2011680" cy="0"/>
          </a:xfrm>
          <a:prstGeom prst="line">
            <a:avLst/>
          </a:prstGeom>
          <a:noFill/>
          <a:ln w="28575">
            <a:solidFill>
              <a:srgbClr val="00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956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 the Snowflake team   ·   22 Jul 2026   ·   Sharath Kumar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 to Snowflake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Tableau dashboard is analytics workload running outside the platform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TODAY — OUTSIDE SNOWFLAKE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28232" y="1417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MIGRATION — INSIDE THE PLATFORM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38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 workload runs outside Snowflake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30428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queries from the outside — data egresses on every refresh, and the analytics compute belongs to another platform.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28232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1984248"/>
            <a:ext cx="256032" cy="256032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7022592" y="19385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dashboard becomes Snowflake workload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22592" y="230428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runs as a native Streamlit-in-Snowflake app, on Snowflake compute, next to the data. No egress.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3009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is rebuilt, not inherited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66674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RBAC, row-level security and masking get re-implemented inside the BI tool, away from the data they protect.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28232" y="3145536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3346704"/>
            <a:ext cx="256032" cy="256032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7022592" y="33009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consolidates automatically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22592" y="366674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 runs as a Snowflake role, so RBAC, row-access policies and masking apply without being rebuilt.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07992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stays out of reach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" y="50292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models and in-account AI can't be consumed by a dashboard that lives outside the platform.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28232" y="4507992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4709160"/>
            <a:ext cx="256032" cy="256032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7022592" y="46634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Cortex-ready semantic model falls 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22592" y="502920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workbook's verified calcs become a native semantic view — the governed model Cortex Analyst consumes.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81558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053057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594360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barrier was never willingness — it was cost per dashboard.  </a:t>
            </a:r>
            <a:pPr indent="0" marL="0">
              <a:buNone/>
            </a:pPr>
            <a:r>
              <a:rPr lang="en-US" sz="10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migration is uneconomic at estate scale, so the workload never moves. Removing that cost is what converts an existing Tableau footprint into Snowflake compute, storage and Cortex consumption — and gives the field team a repeatable co-sell motion.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automated five-stage pipeline — every stage visible as it runs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Datasources found, data extracted, tables created and loaded in Snowflake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17520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Workbook XML → an intermediate model: charts, calcs, filters, layout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84064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5232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Model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85232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Tableau calcs → a native Snowflake semantic 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51776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7552944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52944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Creation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52944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is rendered as a Streamlit app, natively in Snowflake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19488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0656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20656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20656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 parity proof + a downloadable validation notebook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8587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Need to Get Started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48640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 account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9808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Streamlit-in-Snowflake enabled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16352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017520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 + schema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017520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database and schema to land tables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84064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85232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privileges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85232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STREAMLIT, table create/read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51776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52944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52944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workbooks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552944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.twb / .twbx files to migrate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19488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20656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820656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Python machine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820656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decode .hyper extracts (see note)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56692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Note: a Tableau .hyper extract can only be decoded where Tableau's Hyper engine runs, so extract-backed workbooks are decoded once outside Snowflake; live and flat-file sources need no such step.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Cortex Fits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grows the tool. Determinism ships the app.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538728" cy="2798064"/>
          </a:xfrm>
          <a:prstGeom prst="roundRect">
            <a:avLst>
              <a:gd name="adj" fmla="val 2614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37360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9679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2677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 fallback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633472"/>
            <a:ext cx="30632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rule-based translator converts ~97% of Tableau formulas exactly, free and instantly. The remainder — nested LODs, cross-datasource blends — go to CORTEX.COMPLETE in-account for a proposed SQL translation.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gates take control back: the proposal must compile and execute against the real table, and a human reviews it. Nothing is auto-applied.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517904"/>
            <a:ext cx="3538728" cy="2798064"/>
          </a:xfrm>
          <a:prstGeom prst="roundRect">
            <a:avLst>
              <a:gd name="adj" fmla="val 2614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737360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79679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2856" y="22677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2633472"/>
            <a:ext cx="30632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workbook's own verified calcs become a native CREATE SEMANTIC VIEW — Tableau measures become Snowflake metrics, business captions become synonyms, identifiers introspected from the real deployed tables.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the governed data model of the migrated estate, and what Cortex Analyst consumes.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01584" y="1517904"/>
            <a:ext cx="3538728" cy="2798064"/>
          </a:xfrm>
          <a:prstGeom prst="roundRect">
            <a:avLst>
              <a:gd name="adj" fmla="val 2614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737360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79679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9328" y="22677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Cortex does not 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2633472"/>
            <a:ext cx="30632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never converts the workbook, writes app code, infers charts, or lays out dashboards — and it never touches the 97% of calcs the rules already handle.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conversion path is pure Python. Without a Snowflake connection the pipeline output is byte-identical, so determinism is the default and Cortex is the opt-in layer.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0A3E6B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817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Considered and rejected: “Cortex builds the whole app.”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99262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trades away visual fidelity by construction — a deterministic engine renders a chart the same way every run, so a correct dashboard stays correct. AI-writes-the-app means non-determinism, circular validation, and spending AI to make the exact, free 97% worse. The adopted pattern instead: AI fills holes in a deterministic canvas, and a proven fix is promoted into the engine as a rule — so every later workbook gets it for free.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Lands in Snowflake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migrated estate both runs on, and consumes, the Snowflake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72491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37360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9679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in Snowflake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834640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migrated dashboard becomes a native SiS app — serverless, no infrastructure, running on Snowflake compute inside the customer's account.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02152" y="1517904"/>
            <a:ext cx="272491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1608" y="1737360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3721608" y="179679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21608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Snowpark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21608" y="2834640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dashboard SQL executes through the app's own Snowpark session against Snowflake tables — the query load moves onto the platform.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55664" y="1517904"/>
            <a:ext cx="272491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737360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79679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semantic views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2834640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SEMANTIC VIEW per workbook, with metrics and synonyms — and exportable back out to Tableau format via SYSTEM$EXPORT_TDS_FROM_SEMANTIC_VIEW.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09176" y="1517904"/>
            <a:ext cx="2724912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28632" y="1737360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9628632" y="179679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28632" y="2267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COMPLETE + Analyst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28632" y="2834640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In-account Claude models translate the calcs rules refuse, and a Cortex Analyst model is generated alongside every semantic view.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060704"/>
          </a:xfrm>
          <a:prstGeom prst="roundRect">
            <a:avLst>
              <a:gd name="adj" fmla="val 6897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708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the field team: a repeatable co-sell motion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68172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concrete migration play that converts an existing Tableau footprint into Snowflake compute, storage and Cortex consumption — with the customer's governance model intact and the analytics estate consolidated onto one platform.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431536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honest boundary: if the data were not already in Snowflake, and there were no governance or AI requirement, plain Streamlit would be the simpler right choice. The case rests on data-in-Snowflake, governance and Cortex.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566160"/>
            <a:ext cx="4023360" cy="4023360"/>
          </a:xfrm>
          <a:prstGeom prst="ellipse">
            <a:avLst/>
          </a:prstGeom>
          <a:solidFill>
            <a:srgbClr val="053057"/>
          </a:solidFill>
          <a:ln w="15875">
            <a:solidFill>
              <a:srgbClr val="1751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Accelerator in action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72491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a Tableau workbook and watch all five stages run live inside Snowflake — creating the tables, deploying the semantic view, rendering the dashboard, and ending in a measure-by-measure parity check you can download as evidence.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8221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82219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24328" y="382219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16936" y="38221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382219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4024" y="382219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56632" y="38221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382219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382219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96328" y="38221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328" y="382219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Creation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43416" y="382219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36024" y="38221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382219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" y="4919472"/>
            <a:ext cx="2011680" cy="0"/>
          </a:xfrm>
          <a:prstGeom prst="line">
            <a:avLst/>
          </a:prstGeom>
          <a:noFill/>
          <a:ln w="28575">
            <a:solidFill>
              <a:srgbClr val="00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2064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in Snowsight — every stage is a process executing on Snowflake's own compute, verifiable in Query History.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to Streamlit-in-Snowflake Accelerator</dc:title>
  <dc:subject>PptxGenJS Presentation</dc:subject>
  <dc:creator>Sharath Kumar</dc:creator>
  <cp:lastModifiedBy>Sharath Kumar</cp:lastModifiedBy>
  <cp:revision>1</cp:revision>
  <dcterms:created xsi:type="dcterms:W3CDTF">2026-07-22T14:43:22Z</dcterms:created>
  <dcterms:modified xsi:type="dcterms:W3CDTF">2026-07-22T14:43:22Z</dcterms:modified>
</cp:coreProperties>
</file>